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MicroShop Architecture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Engineering Team — Q1 2026</a:t>
            </a:r>
          </a:p>
          <a:p>
            <a:r>
              <a:t>Confidential —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API Gateway — Kong 3.5 (port 8000)</a:t>
            </a:r>
          </a:p>
          <a:p>
            <a:pPr/>
            <a:r>
              <a:t>Auth Service — Go 1.22, JWT RS256 tokens (port 8001)</a:t>
            </a:r>
          </a:p>
          <a:p>
            <a:pPr/>
            <a:r>
              <a:t>Product Service — Python 3.12 / FastAPI 0.110, async (port 8002)</a:t>
            </a:r>
          </a:p>
          <a:p>
            <a:pPr/>
            <a:r>
              <a:t>Order Service — Rust 1.77 / Axum 0.7, handles 50K req/s (port 8003)</a:t>
            </a:r>
          </a:p>
          <a:p>
            <a:pPr/>
            <a:r>
              <a:t>Payment Service — Node.js 20 LTS, Stripe SDK v14 (port 8004)</a:t>
            </a:r>
          </a:p>
          <a:p>
            <a:pPr/>
            <a:r>
              <a:t>PostgreSQL 16.2 — Primary database, 3-node HA cluster (port 5432)</a:t>
            </a:r>
          </a:p>
          <a:p>
            <a:pPr/>
            <a:r>
              <a:t>Redis 7.2 — Session cache, rate limiting, pub/sub (port 6379)</a:t>
            </a:r>
          </a:p>
          <a:p>
            <a:pPr/>
            <a:r>
              <a:t>RabbitMQ 3.12 — Async event bus, order-placed/payment-completed queues (port 5672)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Request Lifecycle:</a:t>
            </a:r>
          </a:p>
          <a:p>
            <a:pPr>
              <a:defRPr sz="1400"/>
            </a:pPr>
            <a:r>
              <a:t>1. Client sends HTTPS request to Kong API Gateway (port 8000)</a:t>
            </a:r>
          </a:p>
          <a:p>
            <a:pPr>
              <a:defRPr sz="1400"/>
            </a:pPr>
            <a:r>
              <a:t>2. Kong validates API key or forwards JWT to Auth Service (port 8001)</a:t>
            </a:r>
          </a:p>
          <a:p>
            <a:pPr>
              <a:defRPr sz="1400"/>
            </a:pPr>
            <a:r>
              <a:t>3. Auth Service verifies JWT signature and returns user claims</a:t>
            </a:r>
          </a:p>
          <a:p>
            <a:pPr>
              <a:defRPr sz="1400"/>
            </a:pPr>
            <a:r>
              <a:t>4. Kong routes request to the target service based on path prefix</a:t>
            </a:r>
          </a:p>
          <a:p>
            <a:pPr>
              <a:defRPr sz="1400"/>
            </a:pPr>
            <a:r>
              <a:t>5. Service processes request, reads/writes to PostgreSQL via connection pool</a:t>
            </a:r>
          </a:p>
          <a:p>
            <a:pPr>
              <a:defRPr sz="1400"/>
            </a:pPr>
            <a:r>
              <a:t>6. For async operations, service publishes event to RabbitMQ</a:t>
            </a:r>
          </a:p>
          <a:p>
            <a:pPr>
              <a:defRPr sz="1400"/>
            </a:pPr>
            <a:r>
              <a:t>7. Downstream consumers process events (e.g., send email, update inventory)</a:t>
            </a:r>
          </a:p>
          <a:p>
            <a:pPr>
              <a:defRPr sz="1400"/>
            </a:pPr>
            <a:r>
              <a:t>8. Response flows back through Kong with correlation ID in X-Request-Id header</a:t>
            </a:r>
          </a:p>
          <a:p>
            <a:pPr>
              <a:defRPr sz="1400"/>
            </a:pPr>
            <a:r>
              <a:t>9. Kong logs request metadata to the observability pipeline (OpenTelemetry)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 Development</a:t>
            </a:r>
          </a:p>
          <a:p>
            <a:pPr lvl="1"/>
            <a:r>
              <a:t>Docker Compose with all services, databases, and message broker</a:t>
            </a:r>
          </a:p>
          <a:p>
            <a:pPr lvl="1"/>
            <a:r>
              <a:t>Hot-reload enabled for all services via volume mounts</a:t>
            </a:r>
          </a:p>
          <a:p>
            <a:pPr lvl="1"/>
            <a:r>
              <a:t>Seed data loaded automatically from fixtures/seed.sql</a:t>
            </a:r>
          </a:p>
          <a:p>
            <a:pPr>
              <a:defRPr b="1"/>
            </a:pPr>
            <a:r>
              <a:t>Staging &amp; Production</a:t>
            </a:r>
          </a:p>
          <a:p>
            <a:pPr lvl="1"/>
            <a:r>
              <a:t>Kubernetes 1.29 on AWS EKS (us-east-1, us-west-2)</a:t>
            </a:r>
          </a:p>
          <a:p>
            <a:pPr lvl="1"/>
            <a:r>
              <a:t>Terraform 1.7 for all infrastructure provisioning</a:t>
            </a:r>
          </a:p>
          <a:p>
            <a:pPr lvl="1"/>
            <a:r>
              <a:t>ArgoCD for GitOps-based deployment from main branch</a:t>
            </a:r>
          </a:p>
          <a:p>
            <a:pPr lvl="1"/>
            <a:r>
              <a:t>Horizontal Pod Autoscaler: min 3, max 20 replicas per service</a:t>
            </a:r>
          </a:p>
          <a:p>
            <a:pPr lvl="1"/>
            <a:r>
              <a:t>Rolling deployments with 25% max surge, 0 max unavailable</a:t>
            </a:r>
          </a:p>
          <a:p>
            <a:pPr lvl="1"/>
            <a:r>
              <a:t>Canary releases via Flagger for critical services (Order, Payment)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&amp;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Metrics: Prometheus 2.50</a:t>
            </a:r>
          </a:p>
          <a:p>
            <a:pPr lvl="1"/>
            <a:r>
              <a:t>Scrape interval: 15s for all service /metrics endpoints</a:t>
            </a:r>
          </a:p>
          <a:p>
            <a:pPr lvl="1"/>
            <a:r>
              <a:t>Custom metrics: request_duration_seconds, active_connections, queue_depth</a:t>
            </a:r>
          </a:p>
          <a:p>
            <a:pPr lvl="1"/>
            <a:r>
              <a:t>Retention: 30 days local, 1 year in Thanos long-term storage</a:t>
            </a:r>
          </a:p>
          <a:p>
            <a:pPr>
              <a:defRPr b="1"/>
            </a:pPr>
            <a:r>
              <a:t>Dashboards: Grafana 10.3</a:t>
            </a:r>
          </a:p>
          <a:p>
            <a:pPr lvl="1"/>
            <a:r>
              <a:t>API Performance: grafana.internal/d/api-perf (p50, p95, p99 latency)</a:t>
            </a:r>
          </a:p>
          <a:p>
            <a:pPr lvl="1"/>
            <a:r>
              <a:t>Database Health: grafana.internal/d/pg-pool (connections, query duration)</a:t>
            </a:r>
          </a:p>
          <a:p>
            <a:pPr lvl="1"/>
            <a:r>
              <a:t>Business KPIs: grafana.internal/d/biz-kpi (orders/min, revenue, cart abandonment)</a:t>
            </a:r>
          </a:p>
          <a:p>
            <a:pPr>
              <a:defRPr b="1"/>
            </a:pPr>
            <a:r>
              <a:t>Tracing: Jaeger 1.54</a:t>
            </a:r>
          </a:p>
          <a:p>
            <a:pPr lvl="1"/>
            <a:r>
              <a:t>Distributed tracing via OpenTelemetry SDK in all services</a:t>
            </a:r>
          </a:p>
          <a:p>
            <a:pPr lvl="1"/>
            <a:r>
              <a:t>Trace sampling: 10% in production, 100% in staging</a:t>
            </a:r>
          </a:p>
          <a:p>
            <a:pPr lvl="1"/>
            <a:r>
              <a:t>Jaeger UI: jaeger.internal for trace search and dependency graph</a:t>
            </a:r>
          </a:p>
          <a:p>
            <a:pPr>
              <a:defRPr b="1"/>
            </a:pPr>
            <a:r>
              <a:t>Alert Rules</a:t>
            </a:r>
          </a:p>
          <a:p>
            <a:pPr lvl="1"/>
            <a:r>
              <a:t>p99 latency &gt; 500ms for 5 minutes → SEV2 PagerDuty alert</a:t>
            </a:r>
          </a:p>
          <a:p>
            <a:pPr lvl="1"/>
            <a:r>
              <a:t>Error rate &gt; 1% for 2 minutes → SEV1 PagerDuty + Slack #incidents</a:t>
            </a:r>
          </a:p>
          <a:p>
            <a:pPr lvl="1"/>
            <a:r>
              <a:t>CPU utilization &gt; 80% for 10 minutes → SEV3 Slack alert</a:t>
            </a:r>
          </a:p>
          <a:p>
            <a:pPr lvl="1"/>
            <a:r>
              <a:t>Disk usage &gt; 85% → SEV3 Slack alert</a:t>
            </a:r>
          </a:p>
          <a:p>
            <a:pPr lvl="1"/>
            <a:r>
              <a:t>Certificate expiry &lt; 14 days → SEV4 email to SRE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